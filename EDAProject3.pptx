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243"/>
                </a:solidFill>
                <a:latin typeface="Aptos Display"/>
              </a:defRPr>
            </a:pPr>
            <a:r>
              <a:t>EDAProject3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Exploratory Data Analysis using Python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Prepared by: Sachin Yadav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Tools: Python • Pandas • NumPy • Matplotlib • Seaborn • SciPy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  <a:latin typeface="Aptos"/>
              </a:defRPr>
            </a:pPr>
            <a:r>
              <a:t>Data Analysis Project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243"/>
                </a:solidFill>
                <a:latin typeface="Aptos Display"/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C444B"/>
                </a:solidFill>
                <a:latin typeface="Aptos"/>
              </a:defRPr>
            </a:pPr>
            <a:r>
              <a:t>This project focuses on understanding a large dataset through Python-based data analysis.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Dataset size: approximately 100,000 records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18 columns / variables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Data cleaning and preprocessing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Exploratory analysis and statistical testing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Visual representation of important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  <a:latin typeface="Aptos"/>
              </a:defRPr>
            </a:pPr>
            <a:r>
              <a:t>Data Analysis Project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243"/>
                </a:solidFill>
                <a:latin typeface="Aptos Display"/>
              </a:defRPr>
            </a:pPr>
            <a:r>
              <a:t>2.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The main objectives of the project are: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Understand the structure of the dataset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Identify missing and inconsistent values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Explore important numerical and categorical variables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Detect patterns, relationships and unusual observations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Present findings using clear visualizations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Support conclusions with statistical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  <a:latin typeface="Aptos"/>
              </a:defRPr>
            </a:pPr>
            <a:r>
              <a:t>Data Analysis Project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243"/>
                </a:solidFill>
                <a:latin typeface="Aptos Display"/>
              </a:defRPr>
            </a:pPr>
            <a:r>
              <a:t>3. Technologies &amp; Libraries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Python was used as the main analysis language.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Pandas – data loading, cleaning and manipulation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NumPy – numerical calculations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Matplotlib – basic visualizations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Seaborn – statistical and attractive plots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SciPy – statistical analysis and hypothesis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  <a:latin typeface="Aptos"/>
              </a:defRPr>
            </a:pPr>
            <a:r>
              <a:t>Data Analysis Project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243"/>
                </a:solidFill>
                <a:latin typeface="Aptos Display"/>
              </a:defRPr>
            </a:pPr>
            <a:r>
              <a:t>4. Dataset Initialization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C444B"/>
                </a:solidFill>
                <a:latin typeface="Aptos"/>
              </a:defRPr>
            </a:pPr>
            <a:r>
              <a:t>The analysis starts by importing the required libraries and loading the dataset.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Typical workflow: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1. Import libraries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2. Read the dataset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3. Check rows and columns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4. Inspect data types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5. Review missing values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6. Generate descriptive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  <a:latin typeface="Aptos"/>
              </a:defRPr>
            </a:pPr>
            <a:r>
              <a:t>Data Analysis Project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243"/>
                </a:solidFill>
                <a:latin typeface="Aptos Display"/>
              </a:defRPr>
            </a:pPr>
            <a:r>
              <a:t>5. Data Cleaning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Before analysis, the dataset is checked for quality issues.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Missing-value inspection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Duplicate-record check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Data-type validation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Outlier inspection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Standardization of values where required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Preparation of clean data for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  <a:latin typeface="Aptos"/>
              </a:defRPr>
            </a:pPr>
            <a:r>
              <a:t>Data Analysis Project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243"/>
                </a:solidFill>
                <a:latin typeface="Aptos Display"/>
              </a:defRPr>
            </a:pPr>
            <a:r>
              <a:t>6.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EDA was used to understand what is actually present in the data.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Key activities: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Distribution analysis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Frequency analysis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Group-wise comparisons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Correlation analysis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Identification of unusual observations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Charts make these patterns easier to interpret.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  <a:latin typeface="Aptos"/>
              </a:defRPr>
            </a:pPr>
            <a:r>
              <a:t>Data Analysis Project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243"/>
                </a:solidFill>
                <a:latin typeface="Aptos Display"/>
              </a:defRPr>
            </a:pPr>
            <a:r>
              <a:t>7. Statistical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Statistical methods were included to go beyond simple charts.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Descriptive statistics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Mean, median and standard deviation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Correlation analysis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Distribution checks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Statistical tests using SciPy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C444B"/>
                </a:solidFill>
                <a:latin typeface="Aptos"/>
              </a:defRPr>
            </a:pPr>
            <a:r>
              <a:t>The purpose is to check whether observed patterns are meaningful rather than relying only on visual impressions.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  <a:latin typeface="Aptos"/>
              </a:defRPr>
            </a:pPr>
            <a:r>
              <a:t>Data Analysis Project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243"/>
                </a:solidFill>
                <a:latin typeface="Aptos Display"/>
              </a:defRPr>
            </a:pPr>
            <a:r>
              <a:t>8.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The project uses Python visualizations to communicate results clearly.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Examples include: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Histograms – distribution of numerical variables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Box plots – spread and possible outliers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Count plots – category frequencies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Scatter plots – relationships between variables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Heatmaps – correlation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  <a:latin typeface="Aptos"/>
              </a:defRPr>
            </a:pPr>
            <a:r>
              <a:t>Data Analysis Project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243"/>
                </a:solidFill>
                <a:latin typeface="Aptos Display"/>
              </a:defRPr>
            </a:pPr>
            <a:r>
              <a:t>9. Key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The analysis helps identify: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Which variables show wider variation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Which categories occur more frequently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Possible relationships between numerical variables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Potential outliers requiring further investigation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Variables that may be useful for deeper analysis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C444B"/>
                </a:solidFill>
                <a:latin typeface="Aptos"/>
              </a:defRPr>
            </a:pPr>
            <a:r>
              <a:t>Note: Final observations should be interpreted from the actual dataset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  <a:latin typeface="Aptos"/>
              </a:defRPr>
            </a:pPr>
            <a:r>
              <a:t>Data Analysis Project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243"/>
                </a:solidFill>
                <a:latin typeface="Aptos Display"/>
              </a:defRPr>
            </a:pPr>
            <a:r>
              <a:t>10. 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RAW DATA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   ↓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DATA LOADING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   ↓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DATA QUALITY CHECK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   ↓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CLEANING &amp; PREPROCESSING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   ↓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EXPLORATORY DATA ANALYSIS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   ↓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STATISTICAL ANALYSIS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   ↓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VISUALIZATION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   ↓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INSIGHTS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  <a:latin typeface="Aptos"/>
              </a:defRPr>
            </a:pPr>
            <a:r>
              <a:t>Data Analysis Project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243"/>
                </a:solidFill>
                <a:latin typeface="Aptos Display"/>
              </a:defRPr>
            </a:pPr>
            <a:r>
              <a:t>11.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Python provides an efficient workflow for analysing large datasets.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C444B"/>
                </a:solidFill>
                <a:latin typeface="Aptos"/>
              </a:defRPr>
            </a:pPr>
            <a:r>
              <a:t>This project demonstrates how raw data can be converted into meaningful information through cleaning, exploration, visualization and statistical analysis.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C444B"/>
                </a:solidFill>
                <a:latin typeface="Aptos"/>
              </a:defRPr>
            </a:pPr>
            <a:r>
              <a:t>The approach can be extended with machine learning or predictive modelling when the business objective and target variable are clearly defined.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  <a:latin typeface="Aptos"/>
              </a:defRPr>
            </a:pPr>
            <a:r>
              <a:t>Data Analysis Project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243"/>
                </a:solidFill>
                <a:latin typeface="Aptos Display"/>
              </a:defRPr>
            </a:pPr>
            <a:r>
              <a:t>12.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Possible improvements: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Add interactive dashboards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Automate the data-cleaning pipeline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Perform advanced statistical testing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Build predictive machine-learning models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Create business-focused KPIs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• Deploy the analysis as a simple 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  <a:latin typeface="Aptos"/>
              </a:defRPr>
            </a:pPr>
            <a:r>
              <a:t>Data Analysis Project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243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Questions &amp; Discussion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Python Data Analysis Project</a:t>
            </a: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C444B"/>
                </a:solidFill>
                <a:latin typeface="Aptos"/>
              </a:defRPr>
            </a:pPr>
            <a:r>
              <a:t>Sachin Yadav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  <a:latin typeface="Aptos"/>
              </a:defRPr>
            </a:pPr>
            <a:r>
              <a:t>Data Analysis Project  |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